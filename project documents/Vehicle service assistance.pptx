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71" r:id="rId13"/>
    <p:sldId id="270" r:id="rId14"/>
    <p:sldId id="269" r:id="rId15"/>
    <p:sldId id="265" r:id="rId16"/>
  </p:sldIdLst>
  <p:sldSz cx="24001413" cy="180006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32CFD78-C5A9-4AB1-801B-2C561657F5F5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Untitled Section" id="{16E5EF7C-2005-46D4-A3DA-88AF07311498}">
          <p14:sldIdLst>
            <p14:sldId id="263"/>
            <p14:sldId id="266"/>
            <p14:sldId id="267"/>
            <p14:sldId id="268"/>
            <p14:sldId id="271"/>
            <p14:sldId id="270"/>
            <p14:sldId id="269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1325" y="-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9923" y="2105851"/>
            <a:ext cx="14747627" cy="6670668"/>
          </a:xfrm>
        </p:spPr>
        <p:txBody>
          <a:bodyPr bIns="0" anchor="b">
            <a:normAutofit/>
          </a:bodyPr>
          <a:lstStyle>
            <a:lvl1pPr algn="l">
              <a:defRPr sz="141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9923" y="9268597"/>
            <a:ext cx="14747627" cy="2566029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4200" b="0" cap="all" baseline="0">
                <a:solidFill>
                  <a:schemeClr val="tx1"/>
                </a:solidFill>
              </a:defRPr>
            </a:lvl1pPr>
            <a:lvl2pPr marL="900044" indent="0" algn="ctr">
              <a:buNone/>
              <a:defRPr sz="3937"/>
            </a:lvl2pPr>
            <a:lvl3pPr marL="1800088" indent="0" algn="ctr">
              <a:buNone/>
              <a:defRPr sz="3543"/>
            </a:lvl3pPr>
            <a:lvl4pPr marL="2700132" indent="0" algn="ctr">
              <a:buNone/>
              <a:defRPr sz="3150"/>
            </a:lvl4pPr>
            <a:lvl5pPr marL="3600176" indent="0" algn="ctr">
              <a:buNone/>
              <a:defRPr sz="3150"/>
            </a:lvl5pPr>
            <a:lvl6pPr marL="4500220" indent="0" algn="ctr">
              <a:buNone/>
              <a:defRPr sz="3150"/>
            </a:lvl6pPr>
            <a:lvl7pPr marL="5400264" indent="0" algn="ctr">
              <a:buNone/>
              <a:defRPr sz="3150"/>
            </a:lvl7pPr>
            <a:lvl8pPr marL="6300307" indent="0" algn="ctr">
              <a:buNone/>
              <a:defRPr sz="3150"/>
            </a:lvl8pPr>
            <a:lvl9pPr marL="7200351" indent="0" algn="ctr">
              <a:buNone/>
              <a:defRPr sz="315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76663-56A1-4285-A945-528344933834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89921" y="864359"/>
            <a:ext cx="8100981" cy="81158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765848" y="2097119"/>
            <a:ext cx="2105124" cy="1321776"/>
          </a:xfrm>
        </p:spPr>
        <p:txBody>
          <a:bodyPr/>
          <a:lstStyle/>
          <a:p>
            <a:fld id="{635801E7-8403-49F2-956C-98558A16B3C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6289923" y="9261606"/>
            <a:ext cx="14747627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9564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76663-56A1-4285-A945-528344933834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01E7-8403-49F2-956C-98558A16B3C2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3788915" y="4848179"/>
            <a:ext cx="172486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210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8914" y="4609435"/>
            <a:ext cx="14743655" cy="4955432"/>
          </a:xfrm>
        </p:spPr>
        <p:txBody>
          <a:bodyPr anchor="b">
            <a:normAutofit/>
          </a:bodyPr>
          <a:lstStyle>
            <a:lvl1pPr algn="l">
              <a:defRPr sz="83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8916" y="9990385"/>
            <a:ext cx="14743655" cy="2658704"/>
          </a:xfrm>
        </p:spPr>
        <p:txBody>
          <a:bodyPr tIns="91440">
            <a:normAutofit/>
          </a:bodyPr>
          <a:lstStyle>
            <a:lvl1pPr marL="0" indent="0" algn="l">
              <a:buNone/>
              <a:defRPr sz="4725">
                <a:solidFill>
                  <a:schemeClr val="tx1"/>
                </a:solidFill>
              </a:defRPr>
            </a:lvl1pPr>
            <a:lvl2pPr marL="900044" indent="0">
              <a:buNone/>
              <a:defRPr sz="3937">
                <a:solidFill>
                  <a:schemeClr val="tx1">
                    <a:tint val="75000"/>
                  </a:schemeClr>
                </a:solidFill>
              </a:defRPr>
            </a:lvl2pPr>
            <a:lvl3pPr marL="1800088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3pPr>
            <a:lvl4pPr marL="2700132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4pPr>
            <a:lvl5pPr marL="3600176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5pPr>
            <a:lvl6pPr marL="4500220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6pPr>
            <a:lvl7pPr marL="5400264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7pPr>
            <a:lvl8pPr marL="6300307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8pPr>
            <a:lvl9pPr marL="7200351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76663-56A1-4285-A945-528344933834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01E7-8403-49F2-956C-98558A16B3C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3788914" y="9987205"/>
            <a:ext cx="1474365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5154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8915" y="2112652"/>
            <a:ext cx="17248635" cy="27804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88912" y="5286116"/>
            <a:ext cx="8204869" cy="902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33254" y="5286117"/>
            <a:ext cx="8204294" cy="90227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76663-56A1-4285-A945-528344933834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01E7-8403-49F2-956C-98558A16B3C2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3788915" y="4848179"/>
            <a:ext cx="172486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5528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3788915" y="4848179"/>
            <a:ext cx="172486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8913" y="2110746"/>
            <a:ext cx="17248638" cy="277259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8913" y="5300853"/>
            <a:ext cx="8204593" cy="2104915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775" b="0" cap="all" baseline="0">
                <a:solidFill>
                  <a:schemeClr val="accent1"/>
                </a:solidFill>
              </a:defRPr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88913" y="7413056"/>
            <a:ext cx="8204593" cy="6941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833254" y="5309919"/>
            <a:ext cx="8204294" cy="210568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775" b="0" cap="all" baseline="0">
                <a:solidFill>
                  <a:schemeClr val="accent1"/>
                </a:solidFill>
              </a:defRPr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833254" y="7405762"/>
            <a:ext cx="8204294" cy="69224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76663-56A1-4285-A945-528344933834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01E7-8403-49F2-956C-98558A16B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6037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3788915" y="4848179"/>
            <a:ext cx="172486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76663-56A1-4285-A945-528344933834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01E7-8403-49F2-956C-98558A16B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477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76663-56A1-4285-A945-528344933834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01E7-8403-49F2-956C-98558A16B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1243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7235" y="2097121"/>
            <a:ext cx="6367698" cy="5898162"/>
          </a:xfrm>
        </p:spPr>
        <p:txBody>
          <a:bodyPr anchor="b">
            <a:normAutofit/>
          </a:bodyPr>
          <a:lstStyle>
            <a:lvl1pPr algn="l"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9245" y="2097122"/>
            <a:ext cx="10048303" cy="122283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7237" y="8413676"/>
            <a:ext cx="6371422" cy="5900955"/>
          </a:xfrm>
        </p:spPr>
        <p:txBody>
          <a:bodyPr>
            <a:normAutofit/>
          </a:bodyPr>
          <a:lstStyle>
            <a:lvl1pPr marL="0" indent="0" algn="l">
              <a:buNone/>
              <a:defRPr sz="420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76663-56A1-4285-A945-528344933834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01E7-8403-49F2-956C-98558A16B3C2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3784338" y="8413672"/>
            <a:ext cx="636067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9747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13114949" y="1265588"/>
            <a:ext cx="9216781" cy="13515199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0639" y="2964710"/>
            <a:ext cx="8517391" cy="4804859"/>
          </a:xfrm>
        </p:spPr>
        <p:txBody>
          <a:bodyPr anchor="b">
            <a:normAutofit/>
          </a:bodyPr>
          <a:lstStyle>
            <a:lvl1pPr>
              <a:defRPr sz="83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804357" y="2946417"/>
            <a:ext cx="5866482" cy="10148214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6300"/>
            </a:lvl1pPr>
            <a:lvl2pPr marL="900044" indent="0">
              <a:buNone/>
              <a:defRPr sz="5512"/>
            </a:lvl2pPr>
            <a:lvl3pPr marL="1800088" indent="0">
              <a:buNone/>
              <a:defRPr sz="4725"/>
            </a:lvl3pPr>
            <a:lvl4pPr marL="2700132" indent="0">
              <a:buNone/>
              <a:defRPr sz="3937"/>
            </a:lvl4pPr>
            <a:lvl5pPr marL="3600176" indent="0">
              <a:buNone/>
              <a:defRPr sz="3937"/>
            </a:lvl5pPr>
            <a:lvl6pPr marL="4500220" indent="0">
              <a:buNone/>
              <a:defRPr sz="3937"/>
            </a:lvl6pPr>
            <a:lvl7pPr marL="5400264" indent="0">
              <a:buNone/>
              <a:defRPr sz="3937"/>
            </a:lvl7pPr>
            <a:lvl8pPr marL="6300307" indent="0">
              <a:buNone/>
              <a:defRPr sz="3937"/>
            </a:lvl8pPr>
            <a:lvl9pPr marL="7200351" indent="0">
              <a:buNone/>
              <a:defRPr sz="393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88916" y="8257501"/>
            <a:ext cx="8505188" cy="5259359"/>
          </a:xfrm>
        </p:spPr>
        <p:txBody>
          <a:bodyPr>
            <a:normAutofit/>
          </a:bodyPr>
          <a:lstStyle>
            <a:lvl1pPr marL="0" indent="0" algn="l">
              <a:buNone/>
              <a:defRPr sz="4725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770994" y="14357110"/>
            <a:ext cx="8537038" cy="840249"/>
          </a:xfrm>
        </p:spPr>
        <p:txBody>
          <a:bodyPr/>
          <a:lstStyle>
            <a:lvl1pPr algn="l">
              <a:defRPr/>
            </a:lvl1pPr>
          </a:lstStyle>
          <a:p>
            <a:fld id="{5F776663-56A1-4285-A945-528344933834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773268" y="836360"/>
            <a:ext cx="8534762" cy="84237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01E7-8403-49F2-956C-98558A16B3C2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3783113" y="8251236"/>
            <a:ext cx="850972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011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3788915" y="4848179"/>
            <a:ext cx="172486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76663-56A1-4285-A945-528344933834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01E7-8403-49F2-956C-98558A16B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153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158624" y="2097123"/>
            <a:ext cx="2895254" cy="12231130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8915" y="2097123"/>
            <a:ext cx="13914454" cy="122311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76663-56A1-4285-A945-528344933834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01E7-8403-49F2-956C-98558A16B3C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8158623" y="2097123"/>
            <a:ext cx="0" cy="1223113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1681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5290835"/>
            <a:ext cx="24001413" cy="10707796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2" y="15998630"/>
            <a:ext cx="24001416" cy="2033479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16014047"/>
            <a:ext cx="24001413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88915" y="2111680"/>
            <a:ext cx="17248635" cy="27539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8915" y="5290834"/>
            <a:ext cx="17248635" cy="90570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21193" y="867146"/>
            <a:ext cx="6216355" cy="811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6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776663-56A1-4285-A945-528344933834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88914" y="864359"/>
            <a:ext cx="10588560" cy="811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6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80194" y="2097119"/>
            <a:ext cx="2088695" cy="132177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7349">
                <a:solidFill>
                  <a:schemeClr val="accent1"/>
                </a:solidFill>
              </a:defRPr>
            </a:lvl1pPr>
          </a:lstStyle>
          <a:p>
            <a:fld id="{635801E7-8403-49F2-956C-98558A16B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678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xStyles>
    <p:titleStyle>
      <a:lvl1pPr algn="l" defTabSz="1800088" rtl="0" eaLnBrk="1" latinLnBrk="0" hangingPunct="1">
        <a:lnSpc>
          <a:spcPct val="90000"/>
        </a:lnSpc>
        <a:spcBef>
          <a:spcPct val="0"/>
        </a:spcBef>
        <a:buNone/>
        <a:defRPr sz="8399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600029" indent="-600029" algn="l" defTabSz="1800088" rtl="0" eaLnBrk="1" latinLnBrk="0" hangingPunct="1">
        <a:lnSpc>
          <a:spcPct val="120000"/>
        </a:lnSpc>
        <a:spcBef>
          <a:spcPts val="262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52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1800088" indent="-600029" algn="l" defTabSz="1800088" rtl="0" eaLnBrk="1" latinLnBrk="0" hangingPunct="1">
        <a:lnSpc>
          <a:spcPct val="120000"/>
        </a:lnSpc>
        <a:spcBef>
          <a:spcPts val="1312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42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3000146" indent="-600029" algn="l" defTabSz="1800088" rtl="0" eaLnBrk="1" latinLnBrk="0" hangingPunct="1">
        <a:lnSpc>
          <a:spcPct val="120000"/>
        </a:lnSpc>
        <a:spcBef>
          <a:spcPts val="1312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4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4200205" indent="-600029" algn="l" defTabSz="1800088" rtl="0" eaLnBrk="1" latinLnBrk="0" hangingPunct="1">
        <a:lnSpc>
          <a:spcPct val="120000"/>
        </a:lnSpc>
        <a:spcBef>
          <a:spcPts val="1312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3675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5400264" indent="-600029" algn="l" defTabSz="1800088" rtl="0" eaLnBrk="1" latinLnBrk="0" hangingPunct="1">
        <a:lnSpc>
          <a:spcPct val="120000"/>
        </a:lnSpc>
        <a:spcBef>
          <a:spcPts val="1312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31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6600322" indent="-600029" algn="l" defTabSz="2400117" rtl="0" eaLnBrk="1" latinLnBrk="0" hangingPunct="1">
        <a:lnSpc>
          <a:spcPct val="120000"/>
        </a:lnSpc>
        <a:spcBef>
          <a:spcPts val="1312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315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7800381" indent="-600029" algn="l" defTabSz="2400117" rtl="0" eaLnBrk="1" latinLnBrk="0" hangingPunct="1">
        <a:lnSpc>
          <a:spcPct val="120000"/>
        </a:lnSpc>
        <a:spcBef>
          <a:spcPts val="1312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315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9000439" indent="-600029" algn="l" defTabSz="2400117" rtl="0" eaLnBrk="1" latinLnBrk="0" hangingPunct="1">
        <a:lnSpc>
          <a:spcPct val="120000"/>
        </a:lnSpc>
        <a:spcBef>
          <a:spcPts val="1312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315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10200498" indent="-600029" algn="l" defTabSz="2400117" rtl="0" eaLnBrk="1" latinLnBrk="0" hangingPunct="1">
        <a:lnSpc>
          <a:spcPct val="120000"/>
        </a:lnSpc>
        <a:spcBef>
          <a:spcPts val="1312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315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1pPr>
      <a:lvl2pPr marL="90004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800088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700132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3600176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50022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40026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300307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200351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D7FA4-7295-FF45-DA11-16F5BC985C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N" dirty="0"/>
              <a:t>Vehicle service assistance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FB887-5AB1-0D6A-7C49-6FC33F7EE5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>
                <a:latin typeface="Bahnschrift" panose="020B0502040204020203" pitchFamily="34" charset="0"/>
              </a:rPr>
              <a:t>Thomas Mathew sunny</a:t>
            </a:r>
          </a:p>
        </p:txBody>
      </p:sp>
    </p:spTree>
    <p:extLst>
      <p:ext uri="{BB962C8B-B14F-4D97-AF65-F5344CB8AC3E}">
        <p14:creationId xmlns:p14="http://schemas.microsoft.com/office/powerpoint/2010/main" val="1042511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7B145-42F2-74E3-162F-937A93CBD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8915" y="3452958"/>
            <a:ext cx="10548985" cy="1152561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latin typeface="Britannic Bold" panose="020B0903060703020204" pitchFamily="34" charset="0"/>
              </a:rPr>
              <a:t>Project Description: 🚗 </a:t>
            </a:r>
            <a:br>
              <a:rPr lang="en-US" dirty="0"/>
            </a:br>
            <a:endParaRPr lang="en-IN" u="sng" dirty="0">
              <a:latin typeface="Bahnschrift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167F5-C321-4CE2-D09D-FD81D3AA9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915" y="5603631"/>
            <a:ext cx="17248635" cy="703384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The Vehicle Service Management Portal is a web-based application designed to simplify and streamline the process of vehicle servicing for both customers and service providers. It provides a digital platform where </a:t>
            </a:r>
            <a:r>
              <a:rPr lang="en-US" b="1" dirty="0"/>
              <a:t>vehicle owners</a:t>
            </a:r>
            <a:r>
              <a:rPr lang="en-US" dirty="0"/>
              <a:t> can register their service requests, </a:t>
            </a:r>
            <a:r>
              <a:rPr lang="en-US" b="1" dirty="0"/>
              <a:t>service center staff</a:t>
            </a:r>
            <a:r>
              <a:rPr lang="en-US" dirty="0"/>
              <a:t> can manage these requests and assign </a:t>
            </a:r>
            <a:r>
              <a:rPr lang="en-US" b="1" dirty="0"/>
              <a:t>drivers</a:t>
            </a:r>
            <a:r>
              <a:rPr lang="en-US" dirty="0"/>
              <a:t>, and </a:t>
            </a:r>
            <a:r>
              <a:rPr lang="en-US" b="1" dirty="0"/>
              <a:t>drivers</a:t>
            </a:r>
            <a:r>
              <a:rPr lang="en-US" dirty="0"/>
              <a:t> can collect vehicles and update service statuses. The system ensures smooth coordination between all three roles with real-time updates and location sharing, improving operational efficiency and customer experience.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6359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735E7-3A9A-25F7-F4D5-1EB11B55E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7653" y="3299980"/>
            <a:ext cx="10548985" cy="1152561"/>
          </a:xfrm>
        </p:spPr>
        <p:txBody>
          <a:bodyPr>
            <a:normAutofit/>
          </a:bodyPr>
          <a:lstStyle/>
          <a:p>
            <a:pPr algn="ctr"/>
            <a:r>
              <a:rPr lang="en-IN" sz="7200" b="1" u="sng" dirty="0"/>
              <a:t>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B2222-F52C-21AF-F914-618B1BC1D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Admin</a:t>
            </a:r>
          </a:p>
          <a:p>
            <a:r>
              <a:rPr lang="en-IN" dirty="0"/>
              <a:t>Driver</a:t>
            </a:r>
          </a:p>
          <a:p>
            <a:r>
              <a:rPr lang="en-IN" dirty="0"/>
              <a:t>Customer</a:t>
            </a:r>
          </a:p>
        </p:txBody>
      </p:sp>
    </p:spTree>
    <p:extLst>
      <p:ext uri="{BB962C8B-B14F-4D97-AF65-F5344CB8AC3E}">
        <p14:creationId xmlns:p14="http://schemas.microsoft.com/office/powerpoint/2010/main" val="4138725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25CD0-F26B-B868-311D-38F27270F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8000" b="1" cap="none" dirty="0"/>
              <a:t>ADMIN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83CB2-0EC2-AEBE-F78B-581FF1A84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US" dirty="0"/>
              <a:t>Login</a:t>
            </a:r>
          </a:p>
          <a:p>
            <a:pPr lvl="0"/>
            <a:r>
              <a:rPr lang="en-US" dirty="0"/>
              <a:t>Add, update, and remove services from the catalog.</a:t>
            </a:r>
          </a:p>
          <a:p>
            <a:r>
              <a:rPr lang="en-US" dirty="0"/>
              <a:t>Add, update, and remove drivers from the catalog(CRUD)</a:t>
            </a:r>
          </a:p>
          <a:p>
            <a:pPr lvl="0"/>
            <a:r>
              <a:rPr lang="en-US" dirty="0"/>
              <a:t>View all incoming service requests</a:t>
            </a:r>
          </a:p>
          <a:p>
            <a:pPr lvl="0"/>
            <a:r>
              <a:rPr lang="en-US" dirty="0"/>
              <a:t>Assign available driver to a service request</a:t>
            </a:r>
          </a:p>
          <a:p>
            <a:pPr lvl="0"/>
            <a:r>
              <a:rPr lang="en-US" dirty="0"/>
              <a:t>Manage transactions</a:t>
            </a:r>
          </a:p>
          <a:p>
            <a:pPr lvl="0"/>
            <a:r>
              <a:rPr lang="en-US" dirty="0"/>
              <a:t>View service history</a:t>
            </a:r>
          </a:p>
          <a:p>
            <a:r>
              <a:rPr lang="en-IN" dirty="0"/>
              <a:t>Update service status</a:t>
            </a:r>
            <a:r>
              <a:rPr lang="en-US" dirty="0"/>
              <a:t>(In progress, Completed, Delivered)</a:t>
            </a:r>
          </a:p>
          <a:p>
            <a:r>
              <a:rPr lang="en-US" dirty="0"/>
              <a:t>View feedback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6968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D7443-A3C7-5B17-3851-5D997F85E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cap="none" dirty="0"/>
              <a:t>DRIVER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167C5-F302-2414-04E7-A326E7289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Register/Login</a:t>
            </a:r>
          </a:p>
          <a:p>
            <a:pPr lvl="0"/>
            <a:r>
              <a:rPr lang="en-US" dirty="0"/>
              <a:t>View assigned pickup requests</a:t>
            </a:r>
          </a:p>
          <a:p>
            <a:pPr lvl="0"/>
            <a:r>
              <a:rPr lang="en-US" dirty="0"/>
              <a:t>Access customer location and contact info</a:t>
            </a:r>
          </a:p>
          <a:p>
            <a:pPr lvl="0"/>
            <a:r>
              <a:rPr lang="en-US" dirty="0"/>
              <a:t>Update vehicle status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5832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4C13E-ADFC-B41C-7B73-A7669AF1A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cap="none" dirty="0"/>
              <a:t>CUSTOMER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4309C-F1A3-425C-DB83-1B48D2F9A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en-US" dirty="0"/>
              <a:t>Register/Login</a:t>
            </a:r>
          </a:p>
          <a:p>
            <a:pPr lvl="0"/>
            <a:r>
              <a:rPr lang="en-US" dirty="0"/>
              <a:t>View Services</a:t>
            </a:r>
          </a:p>
          <a:p>
            <a:pPr lvl="0"/>
            <a:r>
              <a:rPr lang="en-US" dirty="0"/>
              <a:t>Register vehicle for service (vehicle details, address, contact, preferred time)</a:t>
            </a:r>
          </a:p>
          <a:p>
            <a:pPr lvl="0"/>
            <a:r>
              <a:rPr lang="en-US" dirty="0"/>
              <a:t>View driver info</a:t>
            </a:r>
          </a:p>
          <a:p>
            <a:pPr lvl="0"/>
            <a:r>
              <a:rPr lang="en-US" dirty="0"/>
              <a:t>Manage Payment</a:t>
            </a:r>
          </a:p>
          <a:p>
            <a:pPr lvl="0"/>
            <a:r>
              <a:rPr lang="en-US" dirty="0"/>
              <a:t>Track service status (Requested → Picked up → In Service → Ready → Delivered)</a:t>
            </a:r>
          </a:p>
          <a:p>
            <a:pPr lvl="0"/>
            <a:r>
              <a:rPr lang="en-US" dirty="0"/>
              <a:t>View service history</a:t>
            </a:r>
          </a:p>
          <a:p>
            <a:pPr lvl="0"/>
            <a:r>
              <a:rPr lang="en-US" dirty="0"/>
              <a:t>Add feedback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4399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2F584-7916-8B3B-DAC6-C19201288E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N" dirty="0">
                <a:latin typeface="Berlin Sans FB Demi" panose="020E0802020502020306" pitchFamily="34" charset="0"/>
              </a:rPr>
              <a:t>UML diagrams</a:t>
            </a:r>
          </a:p>
        </p:txBody>
      </p:sp>
    </p:spTree>
    <p:extLst>
      <p:ext uri="{BB962C8B-B14F-4D97-AF65-F5344CB8AC3E}">
        <p14:creationId xmlns:p14="http://schemas.microsoft.com/office/powerpoint/2010/main" val="862474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65000">
              <a:schemeClr val="bg2">
                <a:tint val="94000"/>
                <a:satMod val="80000"/>
                <a:lumMod val="106000"/>
                <a:alpha val="94000"/>
              </a:schemeClr>
            </a:gs>
            <a:gs pos="100000">
              <a:schemeClr val="bg2">
                <a:shade val="8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C82B8-33FA-2B26-6C28-0BF7A633580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05208" y="1571943"/>
            <a:ext cx="10550525" cy="474662"/>
          </a:xfrm>
        </p:spPr>
        <p:txBody>
          <a:bodyPr>
            <a:noAutofit/>
          </a:bodyPr>
          <a:lstStyle/>
          <a:p>
            <a:pPr algn="ctr"/>
            <a:r>
              <a:rPr lang="en-IN" sz="3200" b="1" u="sng" dirty="0"/>
              <a:t>USE CASE DIAGRAM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17388CF-A28E-4A2F-D5DF-767433BAF5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6084" y="3388201"/>
            <a:ext cx="10309244" cy="1436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426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44A6A2B-288E-41D7-3F7D-A2A1403F6854}"/>
              </a:ext>
            </a:extLst>
          </p:cNvPr>
          <p:cNvSpPr txBox="1"/>
          <p:nvPr/>
        </p:nvSpPr>
        <p:spPr>
          <a:xfrm>
            <a:off x="5462955" y="2511642"/>
            <a:ext cx="120044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800" b="1" u="sng" dirty="0"/>
              <a:t>ADMIN ACTIVITY DIAGRAM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CB235E-3CC1-30A4-2EE1-1A432F162E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662" y="6546543"/>
            <a:ext cx="21335999" cy="10774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049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CFC0B6-97D8-8E01-F18A-8B29CBFD1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DD03C6A-5D39-0D5C-5FAD-C698004790C0}"/>
              </a:ext>
            </a:extLst>
          </p:cNvPr>
          <p:cNvSpPr txBox="1"/>
          <p:nvPr/>
        </p:nvSpPr>
        <p:spPr>
          <a:xfrm>
            <a:off x="5322278" y="1688672"/>
            <a:ext cx="120044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800" b="1" u="sng" dirty="0"/>
              <a:t>ADMIN SEQUENCE DIAGRAM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6D1876-368D-AF5B-CAC6-1B7A3A6C45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770" y="2860431"/>
            <a:ext cx="21289108" cy="13036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789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1ECD69D-F8E7-2F78-5E28-FD52CF4F7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768158-3350-C412-A901-033D57B2C7F5}"/>
              </a:ext>
            </a:extLst>
          </p:cNvPr>
          <p:cNvSpPr txBox="1"/>
          <p:nvPr/>
        </p:nvSpPr>
        <p:spPr>
          <a:xfrm>
            <a:off x="5322278" y="1688672"/>
            <a:ext cx="120044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800" b="1" u="sng" dirty="0"/>
              <a:t>DRIVER  ACTIVITY  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EEF262-8823-9C86-8352-FD5827A617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2278" y="5943600"/>
            <a:ext cx="13635317" cy="1094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693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8FC045D-C582-BF88-15CF-111280C88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996271-CCDE-7C40-B3A9-9FE9CEE56447}"/>
              </a:ext>
            </a:extLst>
          </p:cNvPr>
          <p:cNvSpPr txBox="1"/>
          <p:nvPr/>
        </p:nvSpPr>
        <p:spPr>
          <a:xfrm>
            <a:off x="5322278" y="1688672"/>
            <a:ext cx="120044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800" b="1" u="sng" dirty="0"/>
              <a:t>DRIVER  SEQUENCE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844CE6-655C-A9C1-A7A3-B3C86448BF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7763" y="6063269"/>
            <a:ext cx="19794071" cy="1193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736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B995A09-3906-58FC-B5E2-ED5A52658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4AB6CF4-FD83-4728-FFE9-3B3C8E6221E4}"/>
              </a:ext>
            </a:extLst>
          </p:cNvPr>
          <p:cNvSpPr txBox="1"/>
          <p:nvPr/>
        </p:nvSpPr>
        <p:spPr>
          <a:xfrm>
            <a:off x="5322278" y="1688672"/>
            <a:ext cx="120044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800" b="1" u="sng" dirty="0"/>
              <a:t>CUSTOMER  ACTIVITY 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2FDD74-D447-A599-399B-9A2AA05798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321" y="5345723"/>
            <a:ext cx="18170769" cy="1006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251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2257A02-0C5D-BEB0-59D5-E3F772BDE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C83DECD-42AC-A6D6-0A8C-80FA4A51EA52}"/>
              </a:ext>
            </a:extLst>
          </p:cNvPr>
          <p:cNvSpPr txBox="1"/>
          <p:nvPr/>
        </p:nvSpPr>
        <p:spPr>
          <a:xfrm>
            <a:off x="5322278" y="1688672"/>
            <a:ext cx="120044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800" b="1" u="sng" dirty="0"/>
              <a:t>CUSTOMER  SEQUENCE 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DBFAC4-E288-650F-6BF3-A294649EDE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846" y="3751386"/>
            <a:ext cx="18405231" cy="1185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229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E0B13A-0E8A-D2EE-5D18-BE3AF1C663C2}"/>
              </a:ext>
            </a:extLst>
          </p:cNvPr>
          <p:cNvSpPr txBox="1"/>
          <p:nvPr/>
        </p:nvSpPr>
        <p:spPr>
          <a:xfrm rot="10800000" flipH="1" flipV="1">
            <a:off x="7347531" y="805488"/>
            <a:ext cx="87763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u="sng" dirty="0"/>
              <a:t>CLASS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12A095-80A6-83DF-A9B4-40FA0C96E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415" y="3200400"/>
            <a:ext cx="21758031" cy="1250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25323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256</TotalTime>
  <Words>244</Words>
  <Application>Microsoft Office PowerPoint</Application>
  <PresentationFormat>Custom</PresentationFormat>
  <Paragraphs>41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Bahnschrift</vt:lpstr>
      <vt:lpstr>Berlin Sans FB Demi</vt:lpstr>
      <vt:lpstr>Britannic Bold</vt:lpstr>
      <vt:lpstr>Gill Sans MT</vt:lpstr>
      <vt:lpstr>Gallery</vt:lpstr>
      <vt:lpstr>Vehicle service assistance</vt:lpstr>
      <vt:lpstr>Project Description: 🚗  </vt:lpstr>
      <vt:lpstr>modules</vt:lpstr>
      <vt:lpstr>ADMIN</vt:lpstr>
      <vt:lpstr>DRIVER</vt:lpstr>
      <vt:lpstr>CUSTOMER</vt:lpstr>
      <vt:lpstr>UML diagrams</vt:lpstr>
      <vt:lpstr>USE CASE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Thomas And Niya</dc:creator>
  <cp:lastModifiedBy>Martin Thomas And Niya</cp:lastModifiedBy>
  <cp:revision>4</cp:revision>
  <dcterms:created xsi:type="dcterms:W3CDTF">2025-09-07T13:20:49Z</dcterms:created>
  <dcterms:modified xsi:type="dcterms:W3CDTF">2025-09-08T03:35:48Z</dcterms:modified>
</cp:coreProperties>
</file>